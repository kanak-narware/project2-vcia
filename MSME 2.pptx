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31E3C-C6E9-BD33-1B0D-8CF34CDA3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563E2-DD84-98E3-9D58-C723C2665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89A00-9AA7-DD5D-4E7B-335677537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72A1-DB01-4272-B8CA-DAA62E445FB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C665C-630E-DD29-E824-9652111F0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258EF-5F20-D407-6D52-2AE475AF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535-20A2-4CAC-810A-DEF96FA3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15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6AD7A-6794-3150-6644-FF76B5C18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EB125-DA49-CA86-30F2-B53BE33E2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A492F-5D52-6227-7B5B-75DB384F2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72A1-DB01-4272-B8CA-DAA62E445FB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6117F-25E5-2FB0-4AFC-96B139398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47025-D8EF-E8B7-8582-06D7B224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535-20A2-4CAC-810A-DEF96FA3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05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41DC5-1600-D985-563D-1A01102C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576BF-58D0-9552-59CD-00E2EBDB0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6DE43-8F47-C4D3-ED34-5D85A4F4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72A1-DB01-4272-B8CA-DAA62E445FB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F6440-127B-CD63-C038-D2423BB5E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8928A-4829-09AF-2CAA-E0C5F0A3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535-20A2-4CAC-810A-DEF96FA3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377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8ADB-3027-C382-A23F-7395B57B9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18F8B-A0FA-E463-DF4F-993E656C4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C4A3A-605D-9CCD-62F2-D95D728DE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AD9D4-C1B5-074A-F1F5-1AC3AD0F4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72A1-DB01-4272-B8CA-DAA62E445FB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B219C-EC58-7C8A-668A-3194C874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64395-3178-3D65-6D15-9FB4BFC8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535-20A2-4CAC-810A-DEF96FA3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607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B62C3-09AE-D2A9-4F24-40C2C6FB7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AD08A-17B8-535A-2E75-B4E7F390B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631B3-DEAD-C9F8-19BA-939594133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82EC2A-EDFF-8EA8-E314-60AAC8036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C75CD6-6A30-DCE5-2622-C4BDE35B8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356B61-E229-A238-CD81-3ADA97568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72A1-DB01-4272-B8CA-DAA62E445FB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D02457-EC14-3956-A052-F76691CA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3E2149-7E8C-A922-C40D-973C9DF8B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535-20A2-4CAC-810A-DEF96FA3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515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AB31-BA6A-F030-EDC9-E78A9E60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2D429C-679E-7554-C674-069A9490F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72A1-DB01-4272-B8CA-DAA62E445FB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970FD-3455-60FD-248F-D94EF1FE0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EC052-219D-9040-B264-05A1EFDA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535-20A2-4CAC-810A-DEF96FA3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259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1DDE20-513C-1DCE-6B3A-5694EF340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72A1-DB01-4272-B8CA-DAA62E445FB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AC1F24-7660-984C-CB82-635E81FAB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61A4F-3EC4-B0C8-A413-8FA018C76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535-20A2-4CAC-810A-DEF96FA3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758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48CD0-C486-2BF4-BB00-786C45F1B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5CADF-51F8-4260-E862-B8D53C70B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24C2D-0EE9-0545-10E7-9141A0719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D9900-8D8C-A963-7989-1A46A746A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72A1-DB01-4272-B8CA-DAA62E445FB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27616-9334-DA6A-E9DA-E5678FFC7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90E24-878A-D7E2-2F76-E2BEE273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535-20A2-4CAC-810A-DEF96FA3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134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DAD42-D87B-7B7D-901D-C283DF733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2F141-EAE4-0FED-D3B9-00182FB97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73B8B-9FC2-D894-75AB-D43D58B19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DC58E-91EB-D413-0A87-BF75F695C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72A1-DB01-4272-B8CA-DAA62E445FB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3EA7A-8B61-C719-E758-28D29E18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D3C28-10FE-D4C0-E8C8-6DBDEA8F3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535-20A2-4CAC-810A-DEF96FA3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404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B6C30-08CB-AAE1-4599-66D83818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EF77D1-0977-FAA6-02EE-D17186E66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CFDA3-4BD1-1778-ECD7-250DE4AD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72A1-DB01-4272-B8CA-DAA62E445FB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F66F0-9A2D-D3FF-1F1B-7ED39F5AC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6E3DF-9315-6F65-AB7F-B1D0B7269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535-20A2-4CAC-810A-DEF96FA3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93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790CC9-6F20-0E08-5ACE-DE3D58E8B9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4D41D4-C05E-D65A-703F-F41181E091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A1505-7B62-0F85-4310-DD7ED6D1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B72A1-DB01-4272-B8CA-DAA62E445FB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64CE4-0FCE-BB1C-E81A-FF1203691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7A2F0-E943-FAC0-CCE1-F6D7319A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F4535-20A2-4CAC-810A-DEF96FA3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903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CB7ED1-C3D8-AD89-7F0B-9D488EE3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5AE22-2485-79DE-11FD-7FDDD2E36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8E5D4-2A17-3F07-A7B5-5CD429AB5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B72A1-DB01-4272-B8CA-DAA62E445FB1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0820D-1207-4326-4D6E-B4D4D986B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7285F-F57C-36A2-A8DC-EC9E1BCB8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F4535-20A2-4CAC-810A-DEF96FA344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11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is may contain: three different colored hands with flowers in the middle and two fingers pointing at each other">
            <a:extLst>
              <a:ext uri="{FF2B5EF4-FFF2-40B4-BE49-F238E27FC236}">
                <a16:creationId xmlns:a16="http://schemas.microsoft.com/office/drawing/2014/main" id="{9BC61DA0-0FFA-8E64-70D0-13580A6B4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533" y="687916"/>
            <a:ext cx="8229600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461227-2F4E-F0B3-6B8B-DB6E9010C767}"/>
              </a:ext>
            </a:extLst>
          </p:cNvPr>
          <p:cNvSpPr/>
          <p:nvPr/>
        </p:nvSpPr>
        <p:spPr>
          <a:xfrm>
            <a:off x="795866" y="1325032"/>
            <a:ext cx="6112933" cy="3869267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FFD7A9-29C2-9A72-428B-B34084BEA838}"/>
              </a:ext>
            </a:extLst>
          </p:cNvPr>
          <p:cNvSpPr txBox="1"/>
          <p:nvPr/>
        </p:nvSpPr>
        <p:spPr>
          <a:xfrm>
            <a:off x="795866" y="2474835"/>
            <a:ext cx="58949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“A Grammar-Aware Multimodal AI Communication Platform for Real-Time Indian Sign Language Interaction."</a:t>
            </a:r>
            <a:r>
              <a:rPr lang="en-IN" sz="2400" dirty="0"/>
              <a:t> </a:t>
            </a:r>
          </a:p>
          <a:p>
            <a:pPr algn="ctr"/>
            <a:endParaRPr lang="en-IN" sz="2400" dirty="0"/>
          </a:p>
          <a:p>
            <a:pPr algn="ctr"/>
            <a:r>
              <a:rPr lang="en-IN" sz="2400" dirty="0"/>
              <a:t>Theme - Frontier Technologies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FFA432-74A6-273A-285D-5F9726725AEF}"/>
              </a:ext>
            </a:extLst>
          </p:cNvPr>
          <p:cNvSpPr txBox="1"/>
          <p:nvPr/>
        </p:nvSpPr>
        <p:spPr>
          <a:xfrm>
            <a:off x="7781227" y="5846918"/>
            <a:ext cx="4410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 No. -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4D6D11-AB89-15C5-88A7-8402D53C8F4E}"/>
              </a:ext>
            </a:extLst>
          </p:cNvPr>
          <p:cNvSpPr txBox="1"/>
          <p:nvPr/>
        </p:nvSpPr>
        <p:spPr>
          <a:xfrm>
            <a:off x="2198451" y="1712068"/>
            <a:ext cx="3122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SIGN-BRIDGE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73014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444DC-A677-DBD4-8F9A-02CAB8D4B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0AB26C2-810E-5E0A-0D8E-4F9D1C7A7268}"/>
              </a:ext>
            </a:extLst>
          </p:cNvPr>
          <p:cNvSpPr/>
          <p:nvPr/>
        </p:nvSpPr>
        <p:spPr>
          <a:xfrm>
            <a:off x="1322961" y="1809346"/>
            <a:ext cx="9163455" cy="4717914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D8486A-02B3-EF0C-C4C8-8600F85313C5}"/>
              </a:ext>
            </a:extLst>
          </p:cNvPr>
          <p:cNvSpPr/>
          <p:nvPr/>
        </p:nvSpPr>
        <p:spPr>
          <a:xfrm>
            <a:off x="10836613" y="0"/>
            <a:ext cx="885217" cy="213035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0C383-054E-F6AC-1DAD-A0876C542F80}"/>
              </a:ext>
            </a:extLst>
          </p:cNvPr>
          <p:cNvSpPr txBox="1"/>
          <p:nvPr/>
        </p:nvSpPr>
        <p:spPr>
          <a:xfrm>
            <a:off x="2217906" y="330740"/>
            <a:ext cx="7373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Bell MT" panose="02020503060305020303" pitchFamily="18" charset="0"/>
              </a:rPr>
              <a:t>What’s SIGNBRIDGE solving?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AFA79F-D1B0-5401-4C00-B8CD78804BFC}"/>
              </a:ext>
            </a:extLst>
          </p:cNvPr>
          <p:cNvSpPr txBox="1"/>
          <p:nvPr/>
        </p:nvSpPr>
        <p:spPr>
          <a:xfrm>
            <a:off x="2991254" y="2130357"/>
            <a:ext cx="582686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Millions of deaf and hearing-impaired individuals struggle to communicate because -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Few people understand Indian Sign Language (ISL)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Human interpreters are expensive and rarely available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Existing AI solutions mostly recognize only hand gestures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/>
              <a:t>They ignore facial expressions and body posture, which carry grammar in ISL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78EFE6-0030-D1F0-AA13-D669453E3ED6}"/>
              </a:ext>
            </a:extLst>
          </p:cNvPr>
          <p:cNvSpPr txBox="1"/>
          <p:nvPr/>
        </p:nvSpPr>
        <p:spPr>
          <a:xfrm>
            <a:off x="2441643" y="5635503"/>
            <a:ext cx="7655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i="1" dirty="0"/>
              <a:t>“SIGN-BRIDGE helps to solves this problem”</a:t>
            </a:r>
          </a:p>
        </p:txBody>
      </p:sp>
    </p:spTree>
    <p:extLst>
      <p:ext uri="{BB962C8B-B14F-4D97-AF65-F5344CB8AC3E}">
        <p14:creationId xmlns:p14="http://schemas.microsoft.com/office/powerpoint/2010/main" val="2338166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4ECC-EEB7-AC63-DB4D-5002CAF3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C73AA2-E8B7-2488-96C1-7D698A01E189}"/>
              </a:ext>
            </a:extLst>
          </p:cNvPr>
          <p:cNvSpPr/>
          <p:nvPr/>
        </p:nvSpPr>
        <p:spPr>
          <a:xfrm>
            <a:off x="10836613" y="0"/>
            <a:ext cx="885217" cy="213035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5B5C4-EB0B-F363-F6B4-7EFBE20940DF}"/>
              </a:ext>
            </a:extLst>
          </p:cNvPr>
          <p:cNvSpPr txBox="1"/>
          <p:nvPr/>
        </p:nvSpPr>
        <p:spPr>
          <a:xfrm>
            <a:off x="2879387" y="369651"/>
            <a:ext cx="6031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Bell MT" panose="02020503060305020303" pitchFamily="18" charset="0"/>
              </a:rPr>
              <a:t>OBJECTIVE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543BA5-A1D6-9585-11F0-1BE70E09BB05}"/>
              </a:ext>
            </a:extLst>
          </p:cNvPr>
          <p:cNvGrpSpPr/>
          <p:nvPr/>
        </p:nvGrpSpPr>
        <p:grpSpPr>
          <a:xfrm>
            <a:off x="1313233" y="1167319"/>
            <a:ext cx="9163455" cy="787940"/>
            <a:chOff x="1381328" y="1887166"/>
            <a:chExt cx="9163455" cy="7879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5EF5661-E253-29AA-9D0A-78A4B58EFEE0}"/>
                </a:ext>
              </a:extLst>
            </p:cNvPr>
            <p:cNvSpPr/>
            <p:nvPr/>
          </p:nvSpPr>
          <p:spPr>
            <a:xfrm>
              <a:off x="1381328" y="1887166"/>
              <a:ext cx="9163455" cy="78794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76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8D20DDD-05F4-4963-BBF0-81BB27ACDBEA}"/>
                </a:ext>
              </a:extLst>
            </p:cNvPr>
            <p:cNvSpPr txBox="1"/>
            <p:nvPr/>
          </p:nvSpPr>
          <p:spPr>
            <a:xfrm>
              <a:off x="1507787" y="1930383"/>
              <a:ext cx="85700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To eliminate communication barriers between deaf and hearing individuals using AI-powered Indian Sign Language recognition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B56CC2F4-E9AC-8E64-5C56-CB19DAE4EE07}"/>
              </a:ext>
            </a:extLst>
          </p:cNvPr>
          <p:cNvSpPr/>
          <p:nvPr/>
        </p:nvSpPr>
        <p:spPr>
          <a:xfrm>
            <a:off x="1313233" y="2276272"/>
            <a:ext cx="9163455" cy="4105072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4231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9385-CC6E-5901-3B4A-BD0010A41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479DC5E-EDBF-116A-83C1-97358209A2EF}"/>
              </a:ext>
            </a:extLst>
          </p:cNvPr>
          <p:cNvSpPr/>
          <p:nvPr/>
        </p:nvSpPr>
        <p:spPr>
          <a:xfrm>
            <a:off x="1381328" y="1663430"/>
            <a:ext cx="9163455" cy="4717914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86C205-77CF-D39A-11C6-54AAFCEE58A9}"/>
              </a:ext>
            </a:extLst>
          </p:cNvPr>
          <p:cNvSpPr/>
          <p:nvPr/>
        </p:nvSpPr>
        <p:spPr>
          <a:xfrm>
            <a:off x="10836613" y="0"/>
            <a:ext cx="885217" cy="213035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E0D3B-20F7-7909-F955-9A8D16C5FC17}"/>
              </a:ext>
            </a:extLst>
          </p:cNvPr>
          <p:cNvSpPr txBox="1"/>
          <p:nvPr/>
        </p:nvSpPr>
        <p:spPr>
          <a:xfrm>
            <a:off x="2879387" y="369651"/>
            <a:ext cx="603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339698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E9C75-D162-D599-A666-F5C39E77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9EB47F-B6CF-8CEA-90F1-6DF5F695854C}"/>
              </a:ext>
            </a:extLst>
          </p:cNvPr>
          <p:cNvSpPr/>
          <p:nvPr/>
        </p:nvSpPr>
        <p:spPr>
          <a:xfrm>
            <a:off x="1381328" y="1663430"/>
            <a:ext cx="9163455" cy="4717914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2EF49F-0E35-978F-DEBC-6927BB8933D0}"/>
              </a:ext>
            </a:extLst>
          </p:cNvPr>
          <p:cNvSpPr/>
          <p:nvPr/>
        </p:nvSpPr>
        <p:spPr>
          <a:xfrm>
            <a:off x="10836613" y="0"/>
            <a:ext cx="885217" cy="213035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CB1B1F-F61B-3057-A5AE-1B8D173CBF5F}"/>
              </a:ext>
            </a:extLst>
          </p:cNvPr>
          <p:cNvSpPr txBox="1"/>
          <p:nvPr/>
        </p:nvSpPr>
        <p:spPr>
          <a:xfrm>
            <a:off x="2879387" y="369651"/>
            <a:ext cx="603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3609956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2B81A-2A4E-6F3D-4942-0D2A33415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3A7D1D6-1596-8B3E-DCFE-F71F77321C75}"/>
              </a:ext>
            </a:extLst>
          </p:cNvPr>
          <p:cNvSpPr/>
          <p:nvPr/>
        </p:nvSpPr>
        <p:spPr>
          <a:xfrm>
            <a:off x="1381328" y="1663430"/>
            <a:ext cx="9163455" cy="4717914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F179C7-6F38-A230-47EE-7D7C7B5BF54B}"/>
              </a:ext>
            </a:extLst>
          </p:cNvPr>
          <p:cNvSpPr/>
          <p:nvPr/>
        </p:nvSpPr>
        <p:spPr>
          <a:xfrm>
            <a:off x="10836613" y="0"/>
            <a:ext cx="885217" cy="213035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0E009-6FB0-07E5-B4C2-054A87D76047}"/>
              </a:ext>
            </a:extLst>
          </p:cNvPr>
          <p:cNvSpPr txBox="1"/>
          <p:nvPr/>
        </p:nvSpPr>
        <p:spPr>
          <a:xfrm>
            <a:off x="2879387" y="369651"/>
            <a:ext cx="603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uniqueness</a:t>
            </a:r>
          </a:p>
        </p:txBody>
      </p:sp>
    </p:spTree>
    <p:extLst>
      <p:ext uri="{BB962C8B-B14F-4D97-AF65-F5344CB8AC3E}">
        <p14:creationId xmlns:p14="http://schemas.microsoft.com/office/powerpoint/2010/main" val="332213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8834F-23C7-C3F4-9639-4E88014F9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D62C6E-1E60-DD0C-1204-333FB1751479}"/>
              </a:ext>
            </a:extLst>
          </p:cNvPr>
          <p:cNvSpPr/>
          <p:nvPr/>
        </p:nvSpPr>
        <p:spPr>
          <a:xfrm>
            <a:off x="1381328" y="1663430"/>
            <a:ext cx="9163455" cy="4717914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CC1C76-16DC-85C4-2AA6-2B2340A96797}"/>
              </a:ext>
            </a:extLst>
          </p:cNvPr>
          <p:cNvSpPr/>
          <p:nvPr/>
        </p:nvSpPr>
        <p:spPr>
          <a:xfrm>
            <a:off x="10836613" y="0"/>
            <a:ext cx="885217" cy="213035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836801-EC7E-C921-38A5-F7EC2A34167E}"/>
              </a:ext>
            </a:extLst>
          </p:cNvPr>
          <p:cNvSpPr txBox="1"/>
          <p:nvPr/>
        </p:nvSpPr>
        <p:spPr>
          <a:xfrm>
            <a:off x="2879387" y="369651"/>
            <a:ext cx="603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Potential areas</a:t>
            </a:r>
          </a:p>
        </p:txBody>
      </p:sp>
    </p:spTree>
    <p:extLst>
      <p:ext uri="{BB962C8B-B14F-4D97-AF65-F5344CB8AC3E}">
        <p14:creationId xmlns:p14="http://schemas.microsoft.com/office/powerpoint/2010/main" val="4211304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FC4F8-3E29-85B9-479B-49A933B1C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FC36A5-DCF1-C0ED-EF82-BDA241CD7AC2}"/>
              </a:ext>
            </a:extLst>
          </p:cNvPr>
          <p:cNvSpPr/>
          <p:nvPr/>
        </p:nvSpPr>
        <p:spPr>
          <a:xfrm>
            <a:off x="1381328" y="1663430"/>
            <a:ext cx="9163455" cy="4717914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8AA50-EB29-85C2-F54D-CF0A6FFB737F}"/>
              </a:ext>
            </a:extLst>
          </p:cNvPr>
          <p:cNvSpPr/>
          <p:nvPr/>
        </p:nvSpPr>
        <p:spPr>
          <a:xfrm>
            <a:off x="10836613" y="0"/>
            <a:ext cx="885217" cy="213035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26C25-7A7C-93AB-1783-205AFDC939C1}"/>
              </a:ext>
            </a:extLst>
          </p:cNvPr>
          <p:cNvSpPr txBox="1"/>
          <p:nvPr/>
        </p:nvSpPr>
        <p:spPr>
          <a:xfrm>
            <a:off x="2879387" y="369651"/>
            <a:ext cx="6031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Market potential/ 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895880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2F0B-9499-72D0-9BDF-85421002E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is may contain: three different colored hands with flowers in the middle and two fingers pointing at each other">
            <a:extLst>
              <a:ext uri="{FF2B5EF4-FFF2-40B4-BE49-F238E27FC236}">
                <a16:creationId xmlns:a16="http://schemas.microsoft.com/office/drawing/2014/main" id="{FDF1E09F-F9AA-772B-DC60-8AC895EBC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533" y="687916"/>
            <a:ext cx="8229600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3A7EC8-16A3-A201-B4D5-95B0BDE51BFF}"/>
              </a:ext>
            </a:extLst>
          </p:cNvPr>
          <p:cNvSpPr/>
          <p:nvPr/>
        </p:nvSpPr>
        <p:spPr>
          <a:xfrm>
            <a:off x="795866" y="1325032"/>
            <a:ext cx="6112933" cy="3869267"/>
          </a:xfrm>
          <a:prstGeom prst="rect">
            <a:avLst/>
          </a:prstGeom>
          <a:solidFill>
            <a:schemeClr val="accent2">
              <a:lumMod val="40000"/>
              <a:lumOff val="60000"/>
              <a:alpha val="7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203B07-52A6-E12D-90B1-5142784480B5}"/>
              </a:ext>
            </a:extLst>
          </p:cNvPr>
          <p:cNvSpPr txBox="1"/>
          <p:nvPr/>
        </p:nvSpPr>
        <p:spPr>
          <a:xfrm>
            <a:off x="904851" y="2967335"/>
            <a:ext cx="589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THANKYOU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313C1-6D4B-FE30-2AF2-5D719446983B}"/>
              </a:ext>
            </a:extLst>
          </p:cNvPr>
          <p:cNvSpPr txBox="1"/>
          <p:nvPr/>
        </p:nvSpPr>
        <p:spPr>
          <a:xfrm>
            <a:off x="7781227" y="5846918"/>
            <a:ext cx="4410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 No. -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FC264-7CD1-3AF9-D027-633CD68E01C7}"/>
              </a:ext>
            </a:extLst>
          </p:cNvPr>
          <p:cNvSpPr txBox="1"/>
          <p:nvPr/>
        </p:nvSpPr>
        <p:spPr>
          <a:xfrm>
            <a:off x="2198451" y="1712068"/>
            <a:ext cx="3122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36848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114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Bell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kanaknarware3110@outlook.com</dc:creator>
  <cp:lastModifiedBy>kanaknarware3110@outlook.com</cp:lastModifiedBy>
  <cp:revision>1</cp:revision>
  <dcterms:created xsi:type="dcterms:W3CDTF">2026-08-01T15:06:49Z</dcterms:created>
  <dcterms:modified xsi:type="dcterms:W3CDTF">2026-08-01T17:33:48Z</dcterms:modified>
</cp:coreProperties>
</file>